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2296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2A1F14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000" b="1">
                <a:solidFill>
                  <a:srgbClr val="FB923C"/>
                </a:solidFill>
                <a:latin typeface="Segoe UI"/>
              </a:rPr>
              <a:t>STRATEGY &amp; CURRICULUM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1" i="0">
                <a:solidFill>
                  <a:srgbClr val="F2EEE6"/>
                </a:solidFill>
                <a:latin typeface="Georgia"/>
              </a:rPr>
              <a:t>Build your curriculum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1">
                <a:solidFill>
                  <a:srgbClr val="B0B0B0"/>
                </a:solidFill>
                <a:latin typeface="Georgia"/>
              </a:rPr>
              <a:t>Your source of truth for the whole project.
Names, objectives, durations, scope.</a:t>
            </a:r>
          </a:p>
        </p:txBody>
      </p:sp>
      <p:sp>
        <p:nvSpPr>
          <p:cNvPr id="5" name="Right Triangle 4"/>
          <p:cNvSpPr/>
          <p:nvPr/>
        </p:nvSpPr>
        <p:spPr>
          <a:xfrm>
            <a:off x="640080" y="5852160"/>
            <a:ext cx="292608" cy="292608"/>
          </a:xfrm>
          <a:prstGeom prst="rtTriangl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85216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AI in the 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2296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2A1F14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000" b="1">
                <a:solidFill>
                  <a:srgbClr val="FB923C"/>
                </a:solidFill>
                <a:latin typeface="Segoe UI"/>
              </a:rPr>
              <a:t>HOW AI HELPS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2EEE6"/>
                </a:solidFill>
                <a:latin typeface="Georgia"/>
              </a:rPr>
              <a:t>Give it your inputs.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2EEE6"/>
                </a:solidFill>
                <a:latin typeface="Segoe UI"/>
              </a:rPr>
              <a:t>Audience. Gap. Modality decisions. Constraints.
It drafts the full curriculum document:
modules, objectives, durations, scope per module.</a:t>
            </a:r>
          </a:p>
        </p:txBody>
      </p:sp>
      <p:sp>
        <p:nvSpPr>
          <p:cNvPr id="5" name="Right Triangle 4"/>
          <p:cNvSpPr/>
          <p:nvPr/>
        </p:nvSpPr>
        <p:spPr>
          <a:xfrm>
            <a:off x="640080" y="5852160"/>
            <a:ext cx="292608" cy="292608"/>
          </a:xfrm>
          <a:prstGeom prst="rtTriangl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85216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AI in the Park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82296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2A1F14"/>
          </a:solidFill>
          <a:ln w="9525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0" bIns="0"/>
          <a:lstStyle/>
          <a:p>
            <a:pPr algn="l"/>
            <a:r>
              <a:rPr sz="1000" b="1">
                <a:solidFill>
                  <a:srgbClr val="FB923C"/>
                </a:solidFill>
                <a:latin typeface="Segoe UI"/>
              </a:rPr>
              <a:t>YOUR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1" i="0">
                <a:solidFill>
                  <a:srgbClr val="F2EEE6"/>
                </a:solidFill>
                <a:latin typeface="Georgia"/>
              </a:rPr>
              <a:t>Audit for parallel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F2EEE6"/>
                </a:solidFill>
                <a:latin typeface="Segoe UI"/>
              </a:rPr>
              <a:t>Same naming convention across modules.
Comparable cognitive levels.
Durations that make sense against each other.
Then get stakeholder sign-off before you build.</a:t>
            </a:r>
          </a:p>
        </p:txBody>
      </p:sp>
      <p:sp>
        <p:nvSpPr>
          <p:cNvPr id="5" name="Right Triangle 4"/>
          <p:cNvSpPr/>
          <p:nvPr/>
        </p:nvSpPr>
        <p:spPr>
          <a:xfrm>
            <a:off x="640080" y="5852160"/>
            <a:ext cx="292608" cy="292608"/>
          </a:xfrm>
          <a:prstGeom prst="rtTriangl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85216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  <a:latin typeface="Segoe UI"/>
              </a:rPr>
              <a:t>AI in the Park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